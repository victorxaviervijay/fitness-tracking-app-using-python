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2D366-CA8E-095A-28E8-73B3EF255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15A56-E72C-F70B-CA19-8846FA378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A9299-A872-2675-FCA9-09CB698A2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6CDF-1B3A-49BB-8226-1936B5E05611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BE3C2-0F70-3107-C5ED-323714282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3827D-3247-F6DF-EE91-D6B6E9CD1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A6C7-211E-4952-A08B-2F326913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6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9D5F5-83B4-36D0-749C-16BDA0633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51263-F6BD-E26E-B941-F06941BE9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015C5-1F8B-97BA-3F10-C540AABA8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6CDF-1B3A-49BB-8226-1936B5E05611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0C9F2-DEA8-3329-13CE-B89DEF377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1821-A7E8-2B0B-5C1C-E1BC46826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A6C7-211E-4952-A08B-2F326913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614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D3EC2-A970-80ED-F2CC-D1302BB4C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1C151-FD6B-753E-2C88-3A96E1053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ADA76-E864-18BA-8BEA-07E701EC1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6CDF-1B3A-49BB-8226-1936B5E05611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41096-4951-A08B-E768-9787BD967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52984-0448-0A48-8243-E483CCBF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A6C7-211E-4952-A08B-2F326913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40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E3E19-C7BE-1B68-6712-C7B49B7C3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F2CBB-D6D9-1E3B-AEBD-818A1C5A4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9DC541-81A1-E4DA-14BD-D10079AA3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BF86A-07DD-EA44-92B0-E09CF52A6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6CDF-1B3A-49BB-8226-1936B5E05611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683F8-8822-5852-3A09-F99309404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0F714-C384-0E7E-B58B-10416E017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A6C7-211E-4952-A08B-2F326913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60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2BC09-D15A-7838-07C4-8957C7193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89F46-0703-7FFA-D434-566EF298A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CE3E33-E908-F186-4F5A-63787AC8B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E8A9BD-817D-3DA5-4D0B-84FC165CD2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3E052B-F942-4A66-1502-79D652FB6C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E8283E-3ED2-E060-22B5-4D40EE5F5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6CDF-1B3A-49BB-8226-1936B5E05611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4868B5-5BF9-732C-A72B-2BCB163F6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9B39AF-DDBC-6463-4D77-059EBB81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A6C7-211E-4952-A08B-2F326913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25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3A2C0-E159-6007-CA48-F6E716C16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1ABC3D-76F4-4E29-E014-DC96B7FB5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6CDF-1B3A-49BB-8226-1936B5E05611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C2B5B4-1525-D535-8FA7-A15552B0E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51C01A-2A91-1AAE-D596-E7B2E1996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A6C7-211E-4952-A08B-2F326913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5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FD1813-0EA7-6929-7898-54AB8CEE8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6CDF-1B3A-49BB-8226-1936B5E05611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A535AC-EDCE-54D8-16A4-133A47A8B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CA966-5803-55DA-B5C2-71BDDDCC6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A6C7-211E-4952-A08B-2F326913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68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F047B-1076-5867-DE1E-0A5C209AA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A7787-774A-467B-5268-672AE820C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5850F-0ADA-235D-7A04-2C69F6FF7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9DE16-AB62-C27D-22B9-7D6D0D660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6CDF-1B3A-49BB-8226-1936B5E05611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C67D8-74B1-8C25-FE25-3BB3E4F8E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95125-1E2B-CD20-428B-47E4C1279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A6C7-211E-4952-A08B-2F326913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58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ECE22-6B85-270B-6C4A-9CDBF3F77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5549E-867F-8375-62D4-19D7F78CA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AE8E6-98B3-E434-F035-43D2FD120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D23CC-2B47-995D-0112-6569F8954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6CDF-1B3A-49BB-8226-1936B5E05611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A4818-B531-AFEF-9049-C34161E66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9C806-993A-F65C-B014-7015ED116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A6C7-211E-4952-A08B-2F326913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31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FE0B8-DD32-F968-7D27-72CFD84A9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1D7C8-1616-2582-ADD2-40C1C03B1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1D407-D06D-9F43-705D-647803E66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6CDF-1B3A-49BB-8226-1936B5E05611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D304-4E76-5B4D-E61B-75AA0789D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7B491-E261-9222-B161-C0A23B075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A6C7-211E-4952-A08B-2F326913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36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53A983-7CD3-C02D-11AD-B977F36B4C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764511-50D3-0B39-C2D4-868B48BE4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C9418-ABC7-C5F2-3D36-B2B1ED283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6CDF-1B3A-49BB-8226-1936B5E05611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BF0F1-36FF-0D23-0D2E-B14D283F5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D1095-BA8D-0BCF-CEF0-C088A3EB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A6C7-211E-4952-A08B-2F326913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102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825861-FF0A-A1F2-7085-1F2A9DDB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3148C-7AC4-2749-DA97-281F28803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0767D-526E-8899-C9B6-16C8173024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86CDF-1B3A-49BB-8226-1936B5E05611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77EB1-0609-E10E-81F1-FFE79C2173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C99AB-931E-C70E-D6E8-D231667F7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AA6C7-211E-4952-A08B-2F3269130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700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BAA80-3BC4-36E7-E79B-24796B8E98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CB511E-6473-3951-E410-5A6E2728CD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B34B62-4164-C220-4C87-5098497D7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982"/>
            <a:ext cx="12306925" cy="701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9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E840F-CD9C-564D-C553-5E204A601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8DF1BB-D436-6228-D21E-10ED2C3B40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"/>
            <a:ext cx="123518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733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D4A67-9D3E-9404-95B5-E4B303CC3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947EDE-C762-6D77-B431-45F7A8E8C8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06925" cy="686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75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AF840-C18E-8953-3B2E-8C242EA0E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4CB1AB-5FEA-454C-95C9-C5A2E03147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220" y="0"/>
            <a:ext cx="12001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584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8B695-E678-7958-6443-E2F94BE5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22A0F4-D7BF-52C2-DD72-D35DE40A54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1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180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D6C6C-A80C-500E-629C-AE28C71FE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68727F-CB8B-C8BA-70E0-9448436CF1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728"/>
            <a:ext cx="12192000" cy="696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742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6B464-860D-F5D7-EF76-CBBD6FEED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5FE715-E19B-0501-CAAC-AD4512752D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223" y="0"/>
            <a:ext cx="12225223" cy="674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078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DAE5-AAA5-C889-2C6A-F84C9EAA6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D5F391-4130-43D5-01C8-E831C25839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38"/>
            <a:ext cx="12371882" cy="681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101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7EA42-7C0C-A5A9-976E-7F9ED8A96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233EE2-F4AF-0725-625B-DB685E8180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9902"/>
            <a:ext cx="12172193" cy="765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013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1DC7B-776B-B91D-9AEE-86A98C9D3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B5C01D-D3F8-0197-429C-EE64C069D9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436"/>
            <a:ext cx="12050995" cy="666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379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8655-96F0-7995-7CA1-1205EF04C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28F523-057E-BCAC-40E8-D4FC8EB341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4" y="-80131"/>
            <a:ext cx="12082072" cy="701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199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D228C-4DE6-73CC-6229-043C331C1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3C9969-ABE3-CA13-CD57-174C6F25FA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9902"/>
            <a:ext cx="12192000" cy="738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588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B755F-1CC1-67EE-F608-605CFC612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2F4FDF-5EC1-0C79-3ABD-A315046622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550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146EF-EEC1-1B11-FC58-D21A5569E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CE311B-90E9-77AA-7528-A500A79A96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962" y="-194872"/>
            <a:ext cx="12337923" cy="705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38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BD93F-E19E-0591-977A-7FAEB2D1A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07AD13-66E1-FB72-EE75-96487D3E28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4931"/>
            <a:ext cx="12211911" cy="696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972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234F9-D1AB-3F64-BABD-E4F5A39B3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CA25B8-1BEA-17C2-8678-5FFF54F450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2" y="0"/>
            <a:ext cx="120189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87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xavier vijay</dc:creator>
  <cp:lastModifiedBy>victor xavier vijay</cp:lastModifiedBy>
  <cp:revision>1</cp:revision>
  <dcterms:created xsi:type="dcterms:W3CDTF">2026-05-29T13:45:28Z</dcterms:created>
  <dcterms:modified xsi:type="dcterms:W3CDTF">2026-05-29T13:45:51Z</dcterms:modified>
</cp:coreProperties>
</file>