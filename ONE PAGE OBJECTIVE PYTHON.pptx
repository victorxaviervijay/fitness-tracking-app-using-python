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8F37D-2DE1-4045-7781-9AEEC2E0AC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FFD6F3-6A9F-9EB6-7572-4ABE2E3622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3B1C91-7AAE-320A-9D97-064162775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1BDB7-FAF0-458A-B724-F93789FC74C1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560A52-EF15-5470-3CD3-9904E0FF1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23134-6198-A78D-5301-A0E5E7591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18662-917E-42C2-9627-8E80B5261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818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CE517-819B-AD33-364B-36C8FC26D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EB2C6F-7A42-D8B2-96E6-83E0137987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EE7318-E010-4624-9C8C-1A078DD00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1BDB7-FAF0-458A-B724-F93789FC74C1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F99416-306E-6CD6-E0DB-7F356B668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1BBB31-A78A-209B-17AC-3283AB8A2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18662-917E-42C2-9627-8E80B5261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048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5888A-D393-77AB-C072-C8B213949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79ACF-A817-D523-D655-BE283B6431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76339-C056-81E5-A54C-7537D86F6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1BDB7-FAF0-458A-B724-F93789FC74C1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ED4527-E35B-E3AC-8D38-176A22A2B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ABEE52-845B-47B4-E411-FC6A7072B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18662-917E-42C2-9627-8E80B5261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720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8F85E-82E0-60FB-960B-7791EB453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11473-3BE4-8851-17A9-621E500C08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A7C78E-29BA-88B2-B09A-92E9B010E9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B0371A-1355-9BBC-3ED4-CE4B736C0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1BDB7-FAF0-458A-B724-F93789FC74C1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FFD589-4803-7FCC-BDCB-C98697139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D09F81-34A9-8D74-F73C-D6187C63D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18662-917E-42C2-9627-8E80B5261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906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12DD1-FB28-40E4-0975-762AE515F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CEB8BD-67D6-E3CD-968A-2C0FA515BC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ED01AE-1D10-125B-88E8-773F26876E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6F0E93-57E9-0636-D4EB-497F12C676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292B71-2DF1-6F18-5CB6-419A5F0B70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608F98-56A1-6F6C-099E-226B766CE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1BDB7-FAF0-458A-B724-F93789FC74C1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23A6E9-133F-E1B8-4463-20E523726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4BD986-EBD8-A32B-1D50-EE542A210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18662-917E-42C2-9627-8E80B5261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667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DB40A-B6BE-2043-0C8B-62570361D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B505B9-8223-5DE1-2BD4-B4AC6EE04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1BDB7-FAF0-458A-B724-F93789FC74C1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E71E1B-1526-A304-145F-3338F736C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C3C02A-4209-0EDF-857D-3883085BD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18662-917E-42C2-9627-8E80B5261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68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C2E437-73B4-0448-73D8-A50D77E51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1BDB7-FAF0-458A-B724-F93789FC74C1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6FF3C5-2001-6A07-7FFC-5306618E8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91377-BCA9-D7AB-32A7-3658F5D00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18662-917E-42C2-9627-8E80B5261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154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084CF-4343-180F-80D9-E74793AAB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D878BE-8093-240B-5482-1C1F449BFB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6F1DC3-D2A2-AB1F-50E5-885CE78269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68B5C8-6D62-6727-5792-3FA783DEA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1BDB7-FAF0-458A-B724-F93789FC74C1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8BE55A-5A26-FE39-236D-3F96F3389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47FB3A-20D0-952E-2538-1A8BE0382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18662-917E-42C2-9627-8E80B5261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482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47DA4-FF12-EC82-4C07-E8A803AA5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39A84B-08A3-DC55-EF03-2CFBEF327C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7AA43C-611E-D27D-2CE2-42A5254F4D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8BCFB3-D2DD-61AF-2039-07FF81720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1BDB7-FAF0-458A-B724-F93789FC74C1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CEAE57-C0E3-C007-D531-221FE4642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B8F0C5-F11A-427D-D7F7-973D120F5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18662-917E-42C2-9627-8E80B5261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6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BF6BF-9804-235F-5D9B-182F16869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11C0DE-62E1-635A-26B2-F7880FE6D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E9935E-4299-9FA0-4419-47CC57168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1BDB7-FAF0-458A-B724-F93789FC74C1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64C9D5-49DD-1170-B7B3-DDE17F8AF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6C4112-ACF4-5D4D-13D8-8C1AF92F9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18662-917E-42C2-9627-8E80B5261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864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436C93-306F-41A7-17F9-D17D65D4C9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68AAA0-0C84-756B-CDE5-5EC0362A45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ECEAC-F01A-96DB-4D6A-D1DAF284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1BDB7-FAF0-458A-B724-F93789FC74C1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BB140D-A749-F6B1-F21D-09A6769F2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7C4066-FFAB-C4D2-04B3-8D9F14D30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18662-917E-42C2-9627-8E80B5261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334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9FC80E-8183-E3A9-306B-E21131FBD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E2B3AE-F011-5284-D5A9-F6ACADBEC7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BBD98D-944B-B2E4-367B-C8DD9B8E52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B1BDB7-FAF0-458A-B724-F93789FC74C1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62B7A-B013-E22E-25FF-83B59EB96C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49BC63-2CDD-D6B2-2DE2-03E54E9F05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18662-917E-42C2-9627-8E80B5261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564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6603145A-9676-46F9-646C-6E3173C16B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D02A4D2C-A53A-B0CF-7E94-B309BFAAB1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9409" y="0"/>
            <a:ext cx="377752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DD5204C8-FB91-9DC4-064F-96D7E3F94D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65" y="0"/>
            <a:ext cx="969114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52A53EF-F172-1D32-C360-A69B2FFA1958}"/>
              </a:ext>
            </a:extLst>
          </p:cNvPr>
          <p:cNvSpPr txBox="1"/>
          <p:nvPr/>
        </p:nvSpPr>
        <p:spPr>
          <a:xfrm>
            <a:off x="339777" y="712836"/>
            <a:ext cx="77249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u="sng" dirty="0">
                <a:solidFill>
                  <a:schemeClr val="bg1"/>
                </a:solidFill>
              </a:rPr>
              <a:t>ONE PAGE PROJECT OBJECTIVE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BA329D-88E6-7B8C-2EE0-E72733986316}"/>
              </a:ext>
            </a:extLst>
          </p:cNvPr>
          <p:cNvSpPr txBox="1"/>
          <p:nvPr/>
        </p:nvSpPr>
        <p:spPr>
          <a:xfrm>
            <a:off x="339777" y="851407"/>
            <a:ext cx="9116515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solidFill>
                <a:schemeClr val="bg1"/>
              </a:solidFill>
              <a:latin typeface="Google Sans Tex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>
                <a:solidFill>
                  <a:schemeClr val="bg1"/>
                </a:solidFill>
                <a:latin typeface="Google Sans Text"/>
              </a:rPr>
              <a:t>Develop a Centrally Automated Health System:</a:t>
            </a:r>
            <a:r>
              <a:rPr lang="en-US" altLang="en-US" sz="1600" dirty="0">
                <a:solidFill>
                  <a:schemeClr val="bg1"/>
                </a:solidFill>
                <a:latin typeface="Google Sans Text"/>
              </a:rPr>
              <a:t> To build a robust console-based application using Python that structures user data lifecycle from registration to daily metrics logging without system dependencies.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solidFill>
                <a:schemeClr val="bg1"/>
              </a:solidFill>
              <a:latin typeface="Google Sans Tex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>
                <a:solidFill>
                  <a:schemeClr val="bg1"/>
                </a:solidFill>
                <a:latin typeface="Google Sans Text"/>
              </a:rPr>
              <a:t>Automate Health Metric Diagnostics:</a:t>
            </a:r>
            <a:r>
              <a:rPr lang="en-US" altLang="en-US" sz="1600" dirty="0">
                <a:solidFill>
                  <a:schemeClr val="bg1"/>
                </a:solidFill>
                <a:latin typeface="Google Sans Text"/>
              </a:rPr>
              <a:t> To design a real-time computation utility that automatically </a:t>
            </a:r>
            <a:r>
              <a:rPr lang="en-US" altLang="en-US" dirty="0">
                <a:solidFill>
                  <a:schemeClr val="bg1"/>
                </a:solidFill>
                <a:latin typeface="Google Sans Text"/>
              </a:rPr>
              <a:t>calculates</a:t>
            </a:r>
            <a:r>
              <a:rPr lang="en-US" altLang="en-US" sz="1600" dirty="0">
                <a:solidFill>
                  <a:schemeClr val="bg1"/>
                </a:solidFill>
                <a:latin typeface="Google Sans Text"/>
              </a:rPr>
              <a:t> critical indices like BMI and assigns immediate health classifications based on user profile inputs.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solidFill>
                <a:schemeClr val="bg1"/>
              </a:solidFill>
              <a:latin typeface="Google Sans Tex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>
                <a:solidFill>
                  <a:schemeClr val="bg1"/>
                </a:solidFill>
                <a:latin typeface="Google Sans Text"/>
              </a:rPr>
              <a:t>Establish Persistent Structural Storage:</a:t>
            </a:r>
            <a:r>
              <a:rPr lang="en-US" altLang="en-US" sz="1600" dirty="0">
                <a:solidFill>
                  <a:schemeClr val="bg1"/>
                </a:solidFill>
                <a:latin typeface="Google Sans Text"/>
              </a:rPr>
              <a:t> To implement lightweight, file-based engines using structured CSV files for handling profile/activity data datasets and JSON models for target metrics.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solidFill>
                <a:schemeClr val="bg1"/>
              </a:solidFill>
              <a:latin typeface="Google Sans Tex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>
                <a:solidFill>
                  <a:schemeClr val="bg1"/>
                </a:solidFill>
                <a:latin typeface="Google Sans Text"/>
              </a:rPr>
              <a:t>Incorporate High-Performance Data Analytics:</a:t>
            </a:r>
            <a:r>
              <a:rPr lang="en-US" altLang="en-US" sz="1600" dirty="0">
                <a:solidFill>
                  <a:schemeClr val="bg1"/>
                </a:solidFill>
                <a:latin typeface="Google Sans Text"/>
              </a:rPr>
              <a:t> To utilize Pandas </a:t>
            </a:r>
            <a:r>
              <a:rPr lang="en-US" altLang="en-US" sz="1600" dirty="0" err="1">
                <a:solidFill>
                  <a:schemeClr val="bg1"/>
                </a:solidFill>
                <a:latin typeface="Google Sans Text"/>
              </a:rPr>
              <a:t>DataFrames</a:t>
            </a:r>
            <a:r>
              <a:rPr lang="en-US" altLang="en-US" sz="1600" dirty="0">
                <a:solidFill>
                  <a:schemeClr val="bg1"/>
                </a:solidFill>
                <a:latin typeface="Google Sans Text"/>
              </a:rPr>
              <a:t> to accurately query, clean, and process historical logs into structural aggregate insights (such as weekly step-counts or caloric deficits).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solidFill>
                <a:schemeClr val="bg1"/>
              </a:solidFill>
              <a:latin typeface="Google Sans Tex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>
                <a:solidFill>
                  <a:schemeClr val="bg1"/>
                </a:solidFill>
                <a:latin typeface="Google Sans Text"/>
              </a:rPr>
              <a:t>Integrate Cognitive AI Coaching:</a:t>
            </a:r>
            <a:r>
              <a:rPr lang="en-US" altLang="en-US" sz="1600" dirty="0">
                <a:solidFill>
                  <a:schemeClr val="bg1"/>
                </a:solidFill>
                <a:latin typeface="Google Sans Text"/>
              </a:rPr>
              <a:t> To securely embed the </a:t>
            </a:r>
            <a:r>
              <a:rPr lang="en-US" altLang="en-US" sz="1600" dirty="0" err="1">
                <a:solidFill>
                  <a:schemeClr val="bg1"/>
                </a:solidFill>
                <a:latin typeface="Google Sans Text"/>
              </a:rPr>
              <a:t>Groq</a:t>
            </a:r>
            <a:r>
              <a:rPr lang="en-US" altLang="en-US" sz="1600" dirty="0">
                <a:solidFill>
                  <a:schemeClr val="bg1"/>
                </a:solidFill>
                <a:latin typeface="Google Sans Text"/>
              </a:rPr>
              <a:t> LLM API to parse structured tracking metrics and distribute predictive fitness advice, automated routine validations, and motivational messaging.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solidFill>
                <a:schemeClr val="bg1"/>
              </a:solidFill>
              <a:latin typeface="Google Sans Tex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>
                <a:solidFill>
                  <a:schemeClr val="bg1"/>
                </a:solidFill>
                <a:latin typeface="Google Sans Text"/>
              </a:rPr>
              <a:t>Optimize Navigation and Inputs:</a:t>
            </a:r>
            <a:r>
              <a:rPr lang="en-US" altLang="en-US" sz="1600" dirty="0">
                <a:solidFill>
                  <a:schemeClr val="bg1"/>
                </a:solidFill>
                <a:latin typeface="Google Sans Text"/>
              </a:rPr>
              <a:t> To program an intuitive, numeric-based command terminal interface that eliminates validation exceptions and simplifies navigation across modules.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solidFill>
                <a:schemeClr val="bg1"/>
              </a:solidFill>
              <a:latin typeface="Google Sans Tex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>
                <a:solidFill>
                  <a:schemeClr val="bg1"/>
                </a:solidFill>
                <a:latin typeface="Google Sans Text"/>
              </a:rPr>
              <a:t>Build a Scalable Foundation:</a:t>
            </a:r>
            <a:r>
              <a:rPr lang="en-US" altLang="en-US" sz="1600" dirty="0">
                <a:solidFill>
                  <a:schemeClr val="bg1"/>
                </a:solidFill>
                <a:latin typeface="Google Sans Text"/>
              </a:rPr>
              <a:t> To create a clean, decouple-modular architecture that satisfies short-term console requirements while providing an integration-ready backend for a future GUI or cloud sync.</a:t>
            </a:r>
            <a:endParaRPr lang="en-US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E3EBA5-C19F-9612-0250-9673C69DB793}"/>
              </a:ext>
            </a:extLst>
          </p:cNvPr>
          <p:cNvSpPr txBox="1"/>
          <p:nvPr/>
        </p:nvSpPr>
        <p:spPr>
          <a:xfrm>
            <a:off x="3467725" y="228124"/>
            <a:ext cx="37775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FITNESS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dirty="0">
                <a:solidFill>
                  <a:schemeClr val="bg1"/>
                </a:solidFill>
              </a:rPr>
              <a:t>TRACKING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8494948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211</Words>
  <Application>Microsoft Office PowerPoint</Application>
  <PresentationFormat>Widescreen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Google Sans Text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victor xavier vijay</dc:creator>
  <cp:lastModifiedBy>victor xavier vijay</cp:lastModifiedBy>
  <cp:revision>1</cp:revision>
  <dcterms:created xsi:type="dcterms:W3CDTF">2026-05-30T07:47:24Z</dcterms:created>
  <dcterms:modified xsi:type="dcterms:W3CDTF">2026-05-30T08:27:40Z</dcterms:modified>
</cp:coreProperties>
</file>